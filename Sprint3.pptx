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an Loubser" userId="7dc41b4dbeb8455c" providerId="LiveId" clId="{7E802F7A-42A9-4F0A-9395-714ECBC1FD56}"/>
    <pc:docChg chg="modSld">
      <pc:chgData name="Sean Loubser" userId="7dc41b4dbeb8455c" providerId="LiveId" clId="{7E802F7A-42A9-4F0A-9395-714ECBC1FD56}" dt="2026-05-01T20:05:55.453" v="4" actId="207"/>
      <pc:docMkLst>
        <pc:docMk/>
      </pc:docMkLst>
      <pc:sldChg chg="modSp mod">
        <pc:chgData name="Sean Loubser" userId="7dc41b4dbeb8455c" providerId="LiveId" clId="{7E802F7A-42A9-4F0A-9395-714ECBC1FD56}" dt="2026-05-01T20:05:55.453" v="4" actId="207"/>
        <pc:sldMkLst>
          <pc:docMk/>
          <pc:sldMk cId="3042199280" sldId="256"/>
        </pc:sldMkLst>
        <pc:spChg chg="mod">
          <ac:chgData name="Sean Loubser" userId="7dc41b4dbeb8455c" providerId="LiveId" clId="{7E802F7A-42A9-4F0A-9395-714ECBC1FD56}" dt="2026-05-01T20:05:55.453" v="4" actId="207"/>
          <ac:spMkLst>
            <pc:docMk/>
            <pc:sldMk cId="3042199280" sldId="256"/>
            <ac:spMk id="3" creationId="{3543BBC7-01AC-A678-088B-C31E31C0FA1A}"/>
          </ac:spMkLst>
        </pc:spChg>
        <pc:picChg chg="mod">
          <ac:chgData name="Sean Loubser" userId="7dc41b4dbeb8455c" providerId="LiveId" clId="{7E802F7A-42A9-4F0A-9395-714ECBC1FD56}" dt="2026-05-01T19:11:00.402" v="0" actId="1076"/>
          <ac:picMkLst>
            <pc:docMk/>
            <pc:sldMk cId="3042199280" sldId="256"/>
            <ac:picMk id="6" creationId="{F27BF27F-6434-9E43-3B8A-1ECFFD01B74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1D8E5-7BA0-365C-335A-D11233751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194733"/>
            <a:ext cx="8825658" cy="950448"/>
          </a:xfrm>
        </p:spPr>
        <p:txBody>
          <a:bodyPr/>
          <a:lstStyle/>
          <a:p>
            <a:r>
              <a:rPr lang="en-US" sz="6000" dirty="0"/>
              <a:t>LifeBalance Manager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43BBC7-01AC-A678-088B-C31E31C0F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190" y="2926531"/>
            <a:ext cx="8395445" cy="2421469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Balancing work, school, and life—without the burnout.</a:t>
            </a:r>
          </a:p>
          <a:p>
            <a:pPr algn="ctr"/>
            <a:endParaRPr lang="en-US" sz="2400" dirty="0"/>
          </a:p>
          <a:p>
            <a:pPr algn="ctr"/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An app that builds a realistic weekly schedule by balancing work, study time, and personal hobbies.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3B530-9CCE-ADE5-6BE5-C4589EA29664}"/>
              </a:ext>
            </a:extLst>
          </p:cNvPr>
          <p:cNvSpPr txBox="1"/>
          <p:nvPr/>
        </p:nvSpPr>
        <p:spPr>
          <a:xfrm>
            <a:off x="4394200" y="1608666"/>
            <a:ext cx="340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By Sean Loubser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7BF27F-6434-9E43-3B8A-1ECFFD01B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635" y="1839498"/>
            <a:ext cx="2672388" cy="388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992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61</TotalTime>
  <Words>36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</vt:lpstr>
      <vt:lpstr>LifeBalance Manager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Loubser</dc:creator>
  <cp:lastModifiedBy>Sean Loubser</cp:lastModifiedBy>
  <cp:revision>1</cp:revision>
  <dcterms:created xsi:type="dcterms:W3CDTF">2026-05-01T19:04:54Z</dcterms:created>
  <dcterms:modified xsi:type="dcterms:W3CDTF">2026-05-01T20:06:00Z</dcterms:modified>
</cp:coreProperties>
</file>